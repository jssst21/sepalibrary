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hen, Hal" userId="S::hal.cohen@redcross.org::c701efb9-6be1-4d5d-a96f-3eb5d779b935" providerId="AD" clId="Web-{89D89B82-2671-CE51-6527-A858D4255C94}"/>
    <pc:docChg chg="mod">
      <pc:chgData name="Cohen, Hal" userId="S::hal.cohen@redcross.org::c701efb9-6be1-4d5d-a96f-3eb5d779b935" providerId="AD" clId="Web-{89D89B82-2671-CE51-6527-A858D4255C94}" dt="2026-05-20T20:40:24.189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A512-1EB1-74BD-8E67-F8ACB0558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286-FFFF-F9ED-2407-B0F36F986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946E6-6744-933A-6387-198D9AA1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F7D91-4D90-A823-13DC-58D30737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FD89-05E3-9BD7-4EBA-283EC1BF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1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58B6-0E11-32E7-64E4-61E506A5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0B18B-4D0B-0DE7-3B8B-6C6AC739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64D4-E26A-3C58-8816-F3181B3C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0A0C-D2E2-D3C1-814A-55CBCC56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DE5F0-E403-5930-BB4B-38BDC546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9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939D-F9C5-CF68-23CD-681AD799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9A8E-6325-FFB4-3156-9E5CE0953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15387-99F8-10AB-44C8-FDE1535A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FC77F-B020-0531-63FE-9583EE8C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BBE6-F19A-7C76-64C4-683E5E94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D8B2-D37F-B943-0574-982C5E11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366B-3E9C-370D-941B-03E394AEB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D103E-56A8-6FCF-EF54-047CA86EC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7E928-459C-CEDD-EF8E-678FBD53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F6FA1-6F2A-949F-F98B-69C77437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E6911-78CD-471F-702F-869B88C7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5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A366-F080-1D0E-76C9-8DCC48DE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F0F1-4B6D-E37D-FB42-27FDC12DD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B7207-8538-05A7-43A5-114D6AE7E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0C7ED-F7EF-DD93-02E7-2AC94CD5E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0F94-F325-0049-B12C-5D439B3BA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16AAE-D75E-AE40-F4CE-60717C20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82188-A062-0553-B13B-FF036624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D00E5-E69E-827C-179F-B1B33E40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7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3FAD-B7DA-8A6B-0B07-D9060C3F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8D5D7-5D93-5409-92E7-613A71FB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78BB5-F0CC-F276-832D-CEE29412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B83B8-9E7C-2267-27C6-877058E8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9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DB06A-C22A-B321-9DE3-06D0D25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89A78-1D74-13ED-B75D-38DB81F92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46E8-3ABC-B3A6-595D-1199CD69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6FE6-4F4E-3E91-4AAC-BC4FFD51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6460-F4D3-6067-B19A-12FFB002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DD603-CC6D-61D3-8092-8EFE1CF6A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F2185-7038-6F7C-E179-FC2A0CD1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E919F-BE28-E66B-53CC-ADE243EA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434E0-166B-D2D4-414A-93A25B36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0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FE7A-063F-0126-728D-430BF5AF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C030F-D0C3-36EA-F3AF-9E3D86BD6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B7C98-D1CA-7A23-FA6D-B4DEE0DED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AA2C1-5341-F2D7-17D7-032A3341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11E78-CC49-A430-B2DB-2487B36D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D77C4-206A-33DD-EF3C-29773D9A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8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D9DA-B1BD-0920-B879-C11BC325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CD88-A257-0E88-419D-B032E5152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E1EA1-5790-2E2A-E15A-9F34E8A9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FCB8-A0C1-2513-37F2-9CE984C7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ABF5-FB9F-8576-A1F7-DFABA30B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5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83740-DD98-194D-EC2F-16A86B223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25AE4-4BB9-C443-B7A8-AAE78CC3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633B0-9998-45B0-87E4-02A89DF9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B9015-61B8-C9F8-0D03-BF8D00D4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D22D-746E-B681-787C-B4705441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8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632F1-CFAA-A21C-F27E-0B25FEC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0273B-0C84-F575-DDA8-AA3D39941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6AA3-4C75-960A-F156-8D0250EB7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71EEE-5CFF-4DA3-8399-10BAA3727F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DCC94-0CD6-56FF-5D01-363A475F5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8BC8-7A71-2013-9368-681171FA7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C4748-6FDE-4B57-AF47-3A7A02CA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8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0E690F-EB58-D4DB-D625-D7B208D7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8" y="402600"/>
            <a:ext cx="3081121" cy="6116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91B9D-CBEF-F128-43C0-F0A2F196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609" y="257179"/>
            <a:ext cx="3108387" cy="626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40358-7B3E-5072-12B3-C16BAC41E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996" y="257179"/>
            <a:ext cx="2833608" cy="6543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513720-B156-84F7-6D10-7D8472C6E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880" y="297890"/>
            <a:ext cx="3081120" cy="374460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AD5CA-A082-C13E-030E-DD2AF31DB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24377"/>
              </p:ext>
            </p:extLst>
          </p:nvPr>
        </p:nvGraphicFramePr>
        <p:xfrm>
          <a:off x="9177604" y="4204357"/>
          <a:ext cx="30143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396">
                  <a:extLst>
                    <a:ext uri="{9D8B030D-6E8A-4147-A177-3AD203B41FA5}">
                      <a16:colId xmlns:a16="http://schemas.microsoft.com/office/drawing/2014/main" val="111339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10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3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68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12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02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45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779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681D13-0662-52CC-8C6A-EAEE1070F986}"/>
              </a:ext>
            </a:extLst>
          </p:cNvPr>
          <p:cNvSpPr txBox="1"/>
          <p:nvPr/>
        </p:nvSpPr>
        <p:spPr>
          <a:xfrm>
            <a:off x="9425117" y="3958136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Additional Approved ASN Items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FB7B4-B867-C47F-1D4D-6770E8CD271E}"/>
              </a:ext>
            </a:extLst>
          </p:cNvPr>
          <p:cNvSpPr txBox="1"/>
          <p:nvPr/>
        </p:nvSpPr>
        <p:spPr>
          <a:xfrm>
            <a:off x="468725" y="9529"/>
            <a:ext cx="459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Approved Shelter Needs List (At-A-Glance)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E6686-F745-3946-3D9E-39C48A55A39D}"/>
              </a:ext>
            </a:extLst>
          </p:cNvPr>
          <p:cNvSpPr txBox="1"/>
          <p:nvPr/>
        </p:nvSpPr>
        <p:spPr>
          <a:xfrm>
            <a:off x="4312194" y="733425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00C3B-7EFA-F62D-7537-DD4F601762C0}"/>
              </a:ext>
            </a:extLst>
          </p:cNvPr>
          <p:cNvSpPr txBox="1"/>
          <p:nvPr/>
        </p:nvSpPr>
        <p:spPr>
          <a:xfrm>
            <a:off x="4312194" y="1902719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ACD0F-CF39-C9A3-5B73-C356E18FB5EE}"/>
              </a:ext>
            </a:extLst>
          </p:cNvPr>
          <p:cNvSpPr txBox="1"/>
          <p:nvPr/>
        </p:nvSpPr>
        <p:spPr>
          <a:xfrm>
            <a:off x="4447870" y="3884947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C8F24-F736-0F04-1A22-B1E285EA3F5A}"/>
              </a:ext>
            </a:extLst>
          </p:cNvPr>
          <p:cNvSpPr txBox="1"/>
          <p:nvPr/>
        </p:nvSpPr>
        <p:spPr>
          <a:xfrm>
            <a:off x="4447870" y="5282448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E3510-4AAF-3B83-FE5C-475663EF8788}"/>
              </a:ext>
            </a:extLst>
          </p:cNvPr>
          <p:cNvSpPr txBox="1"/>
          <p:nvPr/>
        </p:nvSpPr>
        <p:spPr>
          <a:xfrm>
            <a:off x="7237565" y="604450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12C7D-DD0B-1369-CC9D-39A30058714F}"/>
              </a:ext>
            </a:extLst>
          </p:cNvPr>
          <p:cNvSpPr txBox="1"/>
          <p:nvPr/>
        </p:nvSpPr>
        <p:spPr>
          <a:xfrm>
            <a:off x="10223412" y="742949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8438A-2903-4747-7281-292EEF8BD5C5}"/>
              </a:ext>
            </a:extLst>
          </p:cNvPr>
          <p:cNvSpPr txBox="1"/>
          <p:nvPr/>
        </p:nvSpPr>
        <p:spPr>
          <a:xfrm>
            <a:off x="10223412" y="1052306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C60848-5DCC-9F95-F381-4E8976FFF644}"/>
              </a:ext>
            </a:extLst>
          </p:cNvPr>
          <p:cNvSpPr txBox="1"/>
          <p:nvPr/>
        </p:nvSpPr>
        <p:spPr>
          <a:xfrm>
            <a:off x="10213887" y="1256888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3FB04-31CA-56EF-5FE0-963E451F73F2}"/>
              </a:ext>
            </a:extLst>
          </p:cNvPr>
          <p:cNvSpPr txBox="1"/>
          <p:nvPr/>
        </p:nvSpPr>
        <p:spPr>
          <a:xfrm>
            <a:off x="10204362" y="1585295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FIK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EA640-32C8-7829-5CB6-24D5D138597D}"/>
              </a:ext>
            </a:extLst>
          </p:cNvPr>
          <p:cNvSpPr txBox="1"/>
          <p:nvPr/>
        </p:nvSpPr>
        <p:spPr>
          <a:xfrm>
            <a:off x="5000608" y="85915"/>
            <a:ext cx="71913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Purchase using P-card (if available) or MCPC – make sure to record all purchases on MCPC form or P-card download</a:t>
            </a:r>
          </a:p>
        </p:txBody>
      </p:sp>
    </p:spTree>
    <p:extLst>
      <p:ext uri="{BB962C8B-B14F-4D97-AF65-F5344CB8AC3E}">
        <p14:creationId xmlns:p14="http://schemas.microsoft.com/office/powerpoint/2010/main" val="67488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7AA5-BED8-CB87-5CFE-D3D1B1E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32B4E-42ED-7F02-FC34-C48B5017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8" y="402600"/>
            <a:ext cx="3081121" cy="6116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3E2637-4C4C-DBD8-AF8B-4165496E6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609" y="257179"/>
            <a:ext cx="3108387" cy="626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0BF13-FC74-1B72-3AA7-4FB1EAD03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996" y="257179"/>
            <a:ext cx="2833608" cy="6543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50715-6237-DA78-562B-A9887BD40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880" y="297890"/>
            <a:ext cx="3081120" cy="374460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0E134F-D61A-7C13-4418-AAA047E44A3E}"/>
              </a:ext>
            </a:extLst>
          </p:cNvPr>
          <p:cNvGraphicFramePr>
            <a:graphicFrameLocks noGrp="1"/>
          </p:cNvGraphicFramePr>
          <p:nvPr/>
        </p:nvGraphicFramePr>
        <p:xfrm>
          <a:off x="9177604" y="4204357"/>
          <a:ext cx="30143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396">
                  <a:extLst>
                    <a:ext uri="{9D8B030D-6E8A-4147-A177-3AD203B41FA5}">
                      <a16:colId xmlns:a16="http://schemas.microsoft.com/office/drawing/2014/main" val="111339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10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3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68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12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02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45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779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85F48C-57C0-EDE7-37D4-5C134AA3E2D8}"/>
              </a:ext>
            </a:extLst>
          </p:cNvPr>
          <p:cNvSpPr txBox="1"/>
          <p:nvPr/>
        </p:nvSpPr>
        <p:spPr>
          <a:xfrm>
            <a:off x="9425117" y="3958136"/>
            <a:ext cx="2005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Additional Approved ASN Items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81C5D-7624-775D-3C96-BE542D65F15A}"/>
              </a:ext>
            </a:extLst>
          </p:cNvPr>
          <p:cNvSpPr txBox="1"/>
          <p:nvPr/>
        </p:nvSpPr>
        <p:spPr>
          <a:xfrm>
            <a:off x="468725" y="9529"/>
            <a:ext cx="459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Approved Shelter Needs List (At-A-Glance)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F15F3-1015-BF90-6B51-789012F3B5FB}"/>
              </a:ext>
            </a:extLst>
          </p:cNvPr>
          <p:cNvSpPr/>
          <p:nvPr/>
        </p:nvSpPr>
        <p:spPr>
          <a:xfrm>
            <a:off x="173538" y="771525"/>
            <a:ext cx="885825" cy="3270972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81EF2-121B-0A14-EDB2-0942E17E0CE3}"/>
              </a:ext>
            </a:extLst>
          </p:cNvPr>
          <p:cNvSpPr/>
          <p:nvPr/>
        </p:nvSpPr>
        <p:spPr>
          <a:xfrm>
            <a:off x="173537" y="4175782"/>
            <a:ext cx="885825" cy="1339193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FCBEE-8EE8-44C6-627F-2D63D5EFBA4F}"/>
              </a:ext>
            </a:extLst>
          </p:cNvPr>
          <p:cNvSpPr/>
          <p:nvPr/>
        </p:nvSpPr>
        <p:spPr>
          <a:xfrm>
            <a:off x="173537" y="5682415"/>
            <a:ext cx="885825" cy="1175585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DA178-76CD-49CA-F126-A867E4E375B6}"/>
              </a:ext>
            </a:extLst>
          </p:cNvPr>
          <p:cNvSpPr/>
          <p:nvPr/>
        </p:nvSpPr>
        <p:spPr>
          <a:xfrm>
            <a:off x="3329600" y="626511"/>
            <a:ext cx="1187137" cy="1497564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32118C-4072-1D6B-CB40-0B3119C41110}"/>
              </a:ext>
            </a:extLst>
          </p:cNvPr>
          <p:cNvSpPr/>
          <p:nvPr/>
        </p:nvSpPr>
        <p:spPr>
          <a:xfrm>
            <a:off x="3329600" y="2333625"/>
            <a:ext cx="1187137" cy="3181350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DF6802-EEBA-E842-AED0-51FCDF85468D}"/>
              </a:ext>
            </a:extLst>
          </p:cNvPr>
          <p:cNvSpPr/>
          <p:nvPr/>
        </p:nvSpPr>
        <p:spPr>
          <a:xfrm>
            <a:off x="3329600" y="5682415"/>
            <a:ext cx="1187137" cy="1175585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A55BC0-0919-211C-AF3C-B4B7A43499F6}"/>
              </a:ext>
            </a:extLst>
          </p:cNvPr>
          <p:cNvSpPr/>
          <p:nvPr/>
        </p:nvSpPr>
        <p:spPr>
          <a:xfrm>
            <a:off x="6416545" y="579518"/>
            <a:ext cx="1187137" cy="2735182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3CED6-4427-FA6F-14EE-93B59720E957}"/>
              </a:ext>
            </a:extLst>
          </p:cNvPr>
          <p:cNvSpPr/>
          <p:nvPr/>
        </p:nvSpPr>
        <p:spPr>
          <a:xfrm>
            <a:off x="6416545" y="3314700"/>
            <a:ext cx="1187137" cy="1971675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8BB069-4572-7455-639D-4F1F1519A4D4}"/>
              </a:ext>
            </a:extLst>
          </p:cNvPr>
          <p:cNvSpPr/>
          <p:nvPr/>
        </p:nvSpPr>
        <p:spPr>
          <a:xfrm>
            <a:off x="6416545" y="5392657"/>
            <a:ext cx="1187137" cy="1465343"/>
          </a:xfrm>
          <a:prstGeom prst="rect">
            <a:avLst/>
          </a:prstGeom>
          <a:solidFill>
            <a:srgbClr val="FFCCCC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61B8C8-D070-0E94-A120-D84427379D41}"/>
              </a:ext>
            </a:extLst>
          </p:cNvPr>
          <p:cNvSpPr/>
          <p:nvPr/>
        </p:nvSpPr>
        <p:spPr>
          <a:xfrm>
            <a:off x="9177604" y="662670"/>
            <a:ext cx="1187137" cy="1194705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781CDA-E7ED-3EF9-1BC5-5D88610E6300}"/>
              </a:ext>
            </a:extLst>
          </p:cNvPr>
          <p:cNvSpPr/>
          <p:nvPr/>
        </p:nvSpPr>
        <p:spPr>
          <a:xfrm>
            <a:off x="9177604" y="2493229"/>
            <a:ext cx="1187137" cy="1407143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1F47E-6CAC-943B-932C-818C8DB340DD}"/>
              </a:ext>
            </a:extLst>
          </p:cNvPr>
          <p:cNvSpPr/>
          <p:nvPr/>
        </p:nvSpPr>
        <p:spPr>
          <a:xfrm>
            <a:off x="9177604" y="1963034"/>
            <a:ext cx="1187137" cy="53019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FE0FBC03247B4B905B7B9E047DB519" ma:contentTypeVersion="7" ma:contentTypeDescription="Create a new document." ma:contentTypeScope="" ma:versionID="2c3431a34ffe6c3788a809b918f3eca2">
  <xsd:schema xmlns:xsd="http://www.w3.org/2001/XMLSchema" xmlns:xs="http://www.w3.org/2001/XMLSchema" xmlns:p="http://schemas.microsoft.com/office/2006/metadata/properties" xmlns:ns2="df07d063-04fc-4c3c-8eb9-4acd1148917c" targetNamespace="http://schemas.microsoft.com/office/2006/metadata/properties" ma:root="true" ma:fieldsID="c5e650c65bbf82a67b09b6457738d53b" ns2:_="">
    <xsd:import namespace="df07d063-04fc-4c3c-8eb9-4acd11489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7d063-04fc-4c3c-8eb9-4acd11489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558A9F-2F55-4218-BE08-D002829EC4B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7F51E11-CB87-427A-8958-0707C0F37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5DD9F0-D516-400B-9CB8-32B737C2B7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07d063-04fc-4c3c-8eb9-4acd114891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53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Steve</dc:creator>
  <cp:lastModifiedBy>Thomas, Steve</cp:lastModifiedBy>
  <cp:revision>5</cp:revision>
  <cp:lastPrinted>2025-03-02T13:38:58Z</cp:lastPrinted>
  <dcterms:created xsi:type="dcterms:W3CDTF">2025-03-02T07:01:01Z</dcterms:created>
  <dcterms:modified xsi:type="dcterms:W3CDTF">2026-05-20T20:40:24Z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0x0101000EFE0FBC03247B4B905B7B9E047DB519</vt:lpwstr>
  </property>
  <property fmtid="{D5CDD505-2E9C-101B-9397-08002B2CF9AE}" pid="3" name="MSIP_Label_44adf7a2-81a7-497f-a10b-5f8bc04d14db_Enabled">
    <vt:lpwstr>true</vt:lpwstr>
  </property>
  <property fmtid="{D5CDD505-2E9C-101B-9397-08002B2CF9AE}" pid="4" name="MSIP_Label_44adf7a2-81a7-497f-a10b-5f8bc04d14db_SetDate">
    <vt:lpwstr>2026-05-20T20:40:24Z</vt:lpwstr>
  </property>
  <property fmtid="{D5CDD505-2E9C-101B-9397-08002B2CF9AE}" pid="5" name="MSIP_Label_44adf7a2-81a7-497f-a10b-5f8bc04d14db_Method">
    <vt:lpwstr>Standard</vt:lpwstr>
  </property>
  <property fmtid="{D5CDD505-2E9C-101B-9397-08002B2CF9AE}" pid="6" name="MSIP_Label_44adf7a2-81a7-497f-a10b-5f8bc04d14db_Name">
    <vt:lpwstr>General Business Use</vt:lpwstr>
  </property>
  <property fmtid="{D5CDD505-2E9C-101B-9397-08002B2CF9AE}" pid="7" name="MSIP_Label_44adf7a2-81a7-497f-a10b-5f8bc04d14db_SiteId">
    <vt:lpwstr>dd5b5d42-c0d3-4ad2-b5f1-60edb3af2771</vt:lpwstr>
  </property>
  <property fmtid="{D5CDD505-2E9C-101B-9397-08002B2CF9AE}" pid="8" name="MSIP_Label_44adf7a2-81a7-497f-a10b-5f8bc04d14db_ActionId">
    <vt:lpwstr>1a06c292-cad9-4613-b94d-dbd5c5a277ca</vt:lpwstr>
  </property>
  <property fmtid="{D5CDD505-2E9C-101B-9397-08002B2CF9AE}" pid="9" name="MSIP_Label_44adf7a2-81a7-497f-a10b-5f8bc04d14db_ContentBits">
    <vt:lpwstr>0</vt:lpwstr>
  </property>
  <property fmtid="{D5CDD505-2E9C-101B-9397-08002B2CF9AE}" pid="10" name="MSIP_Label_44adf7a2-81a7-497f-a10b-5f8bc04d14db_Tag">
    <vt:lpwstr>10, 3, 0, 2</vt:lpwstr>
  </property>
</Properties>
</file>